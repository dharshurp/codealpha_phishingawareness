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CodeAlpha Cyber Security Internship</a:t>
            </a:r>
          </a:p>
          <a:p>
            <a:r>
              <a:t>Submitted by: Dharshini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cyberattack used to steal passwords, banking details, OTPs, and personal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Email Phishing</a:t>
            </a:r>
          </a:p>
          <a:p>
            <a:r>
              <a:t>• Smishing</a:t>
            </a:r>
          </a:p>
          <a:p>
            <a:r>
              <a:t>• Vishing</a:t>
            </a:r>
          </a:p>
          <a:p>
            <a:r>
              <a:t>• Spear Phishing</a:t>
            </a:r>
          </a:p>
          <a:p>
            <a:r>
              <a:t>• Whaling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Recognize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Unknown sender</a:t>
            </a:r>
          </a:p>
          <a:p>
            <a:r>
              <a:t>• Urgent requests</a:t>
            </a:r>
          </a:p>
          <a:p>
            <a:r>
              <a:t>• Grammar mistakes</a:t>
            </a:r>
          </a:p>
          <a:p>
            <a:r>
              <a:t>• Suspicious links</a:t>
            </a:r>
          </a:p>
          <a:p>
            <a:r>
              <a:t>• Requests for OTPs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Identify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Misspelled URLs</a:t>
            </a:r>
          </a:p>
          <a:p>
            <a:r>
              <a:t>• No HTTPS lock</a:t>
            </a:r>
          </a:p>
          <a:p>
            <a:r>
              <a:t>• Poor design</a:t>
            </a:r>
          </a:p>
          <a:p>
            <a:r>
              <a:t>• Unusual login requests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Authority</a:t>
            </a:r>
          </a:p>
          <a:p>
            <a:r>
              <a:t>• Urgency</a:t>
            </a:r>
          </a:p>
          <a:p>
            <a:r>
              <a:t>• Fear</a:t>
            </a:r>
          </a:p>
          <a:p>
            <a:r>
              <a:t>• Reward</a:t>
            </a:r>
          </a:p>
          <a:p>
            <a:r>
              <a:t>Attackers use psychology to manipulate victims.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Docs phishing scam: Fake invitations tricked users into granting account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Prevention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 2FA</a:t>
            </a:r>
          </a:p>
          <a:p>
            <a:r>
              <a:t>• Use strong passwords</a:t>
            </a:r>
          </a:p>
          <a:p>
            <a:r>
              <a:t>• Verify senders</a:t>
            </a:r>
          </a:p>
          <a:p>
            <a:r>
              <a:t>• Never share OTPs</a:t>
            </a:r>
          </a:p>
          <a:p>
            <a:r>
              <a:t>• Keep software updated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What is phishing?</a:t>
            </a:r>
          </a:p>
          <a:p>
            <a:r>
              <a:t>Q2: Which is a sign of phishing?</a:t>
            </a:r>
          </a:p>
          <a:p>
            <a:r>
              <a:t>Discuss answers with audience.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Awareness is the best defense.</a:t>
            </a:r>
          </a:p>
          <a:p>
            <a:r>
              <a:t>Verify emails and websites before sharing information.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